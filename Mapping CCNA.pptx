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339" r:id="rId2"/>
    <p:sldId id="412" r:id="rId3"/>
    <p:sldId id="411" r:id="rId4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2C01"/>
    <a:srgbClr val="FF40FF"/>
    <a:srgbClr val="00B2A5"/>
    <a:srgbClr val="00FDFF"/>
    <a:srgbClr val="00D9C7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60584" autoAdjust="0"/>
  </p:normalViewPr>
  <p:slideViewPr>
    <p:cSldViewPr snapToGrid="0">
      <p:cViewPr varScale="1">
        <p:scale>
          <a:sx n="59" d="100"/>
          <a:sy n="59" d="100"/>
        </p:scale>
        <p:origin x="145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Ubuntu 20 Server on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VirtualBox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Node.js App</a:t>
            </a:r>
          </a:p>
          <a:p>
            <a:r>
              <a:rPr lang="en-US" dirty="0" smtClean="0"/>
              <a:t>https://github.com/NawalAShaltout/OS-02-/tree/main/Lab-03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03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Academic</a:t>
            </a:r>
            <a:endParaRPr lang="en-US" sz="3200" dirty="0"/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5786" y="3811359"/>
            <a:ext cx="8493747" cy="800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1, 2, 3, 4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6671" cy="46751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800" dirty="0" smtClean="0"/>
              <a:t>CCNA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13731" y="467517"/>
            <a:ext cx="37622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1 	 	-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01_Explore_the_Network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02_Configure_a_Network_Operating_System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03_Network_Protocols_and_Communication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04_Network_Access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05_Ethernet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06_Network_Layer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07_IP_Addressing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08_Subnetting_IP_Networks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09_Transport_Layer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10_Application_Layer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11_Build_a_Small_Network	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731" y="3469776"/>
            <a:ext cx="339374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2 	 	-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01_Routing_Concept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02_Static_Routing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03_Dynamic_Routing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04_Switched_Networks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05_Switch_Configuration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06_VLANs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07_Access_Control_Lists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08_DHCP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09_NAT_for_IPv4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10_Discover_Manage_Maintenance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0672" y="467517"/>
            <a:ext cx="390797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3 	 	 	-	 </a:t>
            </a:r>
          </a:p>
          <a:p>
            <a:r>
              <a:rPr lang="en-US" sz="1400" dirty="0"/>
              <a:t>[3] 01_LAN_Design	 </a:t>
            </a:r>
          </a:p>
          <a:p>
            <a:r>
              <a:rPr lang="en-US" sz="1400" dirty="0"/>
              <a:t>[3] 02_Scaling_VLANs </a:t>
            </a:r>
          </a:p>
          <a:p>
            <a:r>
              <a:rPr lang="en-US" sz="1400" dirty="0"/>
              <a:t>[3] 03_STP</a:t>
            </a:r>
          </a:p>
          <a:p>
            <a:r>
              <a:rPr lang="en-US" sz="1400" dirty="0"/>
              <a:t>[3] 04_EtherChannel_HSRP </a:t>
            </a:r>
          </a:p>
          <a:p>
            <a:r>
              <a:rPr lang="en-US" sz="1400" dirty="0"/>
              <a:t>[3] 05_Dynamic_Routing</a:t>
            </a:r>
          </a:p>
          <a:p>
            <a:r>
              <a:rPr lang="en-US" sz="1400" dirty="0"/>
              <a:t>[3] 06_EIGRP </a:t>
            </a:r>
          </a:p>
          <a:p>
            <a:r>
              <a:rPr lang="en-US" sz="1400" dirty="0"/>
              <a:t>[3] 07_EIGRP_Tune </a:t>
            </a:r>
          </a:p>
          <a:p>
            <a:r>
              <a:rPr lang="en-US" sz="1400" dirty="0"/>
              <a:t>[3] 08_Single_Area_OSPF.	 </a:t>
            </a:r>
          </a:p>
          <a:p>
            <a:r>
              <a:rPr lang="en-US" sz="1400" dirty="0"/>
              <a:t>[3] 09_Multiarea_OSPF</a:t>
            </a:r>
          </a:p>
          <a:p>
            <a:r>
              <a:rPr lang="en-US" sz="1400" dirty="0"/>
              <a:t>[3] 10_OSPF_Tuning_Tshoot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672" y="3469776"/>
            <a:ext cx="40385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4	 </a:t>
            </a:r>
          </a:p>
          <a:p>
            <a:r>
              <a:rPr lang="en-US" sz="1400" dirty="0"/>
              <a:t>[4] 01_WAN_Concepts</a:t>
            </a:r>
          </a:p>
          <a:p>
            <a:r>
              <a:rPr lang="en-US" sz="1400" dirty="0"/>
              <a:t>[4] 02_Point-to-Point_Connections</a:t>
            </a:r>
          </a:p>
          <a:p>
            <a:r>
              <a:rPr lang="en-US" sz="1400" dirty="0"/>
              <a:t>[4] 03_Branch_Connections	 </a:t>
            </a:r>
          </a:p>
          <a:p>
            <a:r>
              <a:rPr lang="en-US" sz="1400" dirty="0"/>
              <a:t>[4] 04_Access_Control_Lists	 </a:t>
            </a:r>
          </a:p>
          <a:p>
            <a:r>
              <a:rPr lang="en-US" sz="1400" dirty="0"/>
              <a:t>[4] 05_Network_Security_and_Monitoring </a:t>
            </a:r>
          </a:p>
          <a:p>
            <a:r>
              <a:rPr lang="en-US" sz="1400" dirty="0"/>
              <a:t>[4] 06_Quality_of_Service	 </a:t>
            </a:r>
          </a:p>
          <a:p>
            <a:r>
              <a:rPr lang="en-US" sz="1400" dirty="0"/>
              <a:t>[4] 07_Network_Evolution</a:t>
            </a:r>
          </a:p>
          <a:p>
            <a:r>
              <a:rPr lang="en-US" sz="1400" dirty="0"/>
              <a:t>[4] 08_Network_Troubleshooting	</a:t>
            </a:r>
          </a:p>
        </p:txBody>
      </p:sp>
    </p:spTree>
    <p:extLst>
      <p:ext uri="{BB962C8B-B14F-4D97-AF65-F5344CB8AC3E}">
        <p14:creationId xmlns:p14="http://schemas.microsoft.com/office/powerpoint/2010/main" val="35826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4" y="3999568"/>
            <a:ext cx="2343426" cy="26366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95" y="2066925"/>
            <a:ext cx="1334684" cy="2034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1171722"/>
            <a:ext cx="7490844" cy="42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4322" y="572824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3517" y="558974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8682" y="586674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6722" y="600524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2214" y="612065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882" y="625150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7085</TotalTime>
  <Words>98</Words>
  <Application>Microsoft Office PowerPoint</Application>
  <PresentationFormat>Widescreen</PresentationFormat>
  <Paragraphs>66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Segoe UI Symbol</vt:lpstr>
      <vt:lpstr>Office Theme</vt:lpstr>
      <vt:lpstr>PowerPoint Presentation</vt:lpstr>
      <vt:lpstr>CCNA</vt:lpstr>
      <vt:lpstr>Jaringan WAN 4 Server DNS, WEB, MAIL, DHCP - Cisco Packet Tracer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PDS</cp:lastModifiedBy>
  <cp:revision>85</cp:revision>
  <dcterms:created xsi:type="dcterms:W3CDTF">2022-08-25T13:17:53Z</dcterms:created>
  <dcterms:modified xsi:type="dcterms:W3CDTF">2026-09-07T08:01:53Z</dcterms:modified>
</cp:coreProperties>
</file>